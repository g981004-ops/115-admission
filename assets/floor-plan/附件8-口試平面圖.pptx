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" y="3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8CC9A-C7FA-4350-A295-62EAA0602D70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18AD-4480-4A3A-A928-CD55077185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081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F958-BFC2-40C5-AB38-C44BD0C16C21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AECB-FF49-4E9C-94CD-04C0696EB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3339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F958-BFC2-40C5-AB38-C44BD0C16C21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AECB-FF49-4E9C-94CD-04C0696EB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554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F958-BFC2-40C5-AB38-C44BD0C16C21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AECB-FF49-4E9C-94CD-04C0696EB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9968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F958-BFC2-40C5-AB38-C44BD0C16C21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AECB-FF49-4E9C-94CD-04C0696EB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961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F958-BFC2-40C5-AB38-C44BD0C16C21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AECB-FF49-4E9C-94CD-04C0696EB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003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F958-BFC2-40C5-AB38-C44BD0C16C21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AECB-FF49-4E9C-94CD-04C0696EB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6039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F958-BFC2-40C5-AB38-C44BD0C16C21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AECB-FF49-4E9C-94CD-04C0696EB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352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F958-BFC2-40C5-AB38-C44BD0C16C21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AECB-FF49-4E9C-94CD-04C0696EB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0961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F958-BFC2-40C5-AB38-C44BD0C16C21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AECB-FF49-4E9C-94CD-04C0696EB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862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F958-BFC2-40C5-AB38-C44BD0C16C21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AECB-FF49-4E9C-94CD-04C0696EB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7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F958-BFC2-40C5-AB38-C44BD0C16C21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AECB-FF49-4E9C-94CD-04C0696EB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256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6F958-BFC2-40C5-AB38-C44BD0C16C21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5AECB-FF49-4E9C-94CD-04C0696EB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191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>
            <a:off x="7467096" y="548387"/>
            <a:ext cx="505317" cy="1720172"/>
          </a:xfrm>
          <a:prstGeom prst="rect">
            <a:avLst/>
          </a:prstGeom>
          <a:solidFill>
            <a:srgbClr val="FFC00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樓</a:t>
            </a:r>
            <a:endParaRPr lang="en-US" altLang="zh-TW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梯</a:t>
            </a:r>
            <a:endParaRPr lang="en-US" altLang="zh-TW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TW" b="1" dirty="0">
              <a:solidFill>
                <a:schemeClr val="accent5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28280" y="582116"/>
            <a:ext cx="1237994" cy="1638374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國企系</a:t>
            </a:r>
          </a:p>
          <a:p>
            <a:pPr algn="ctr"/>
            <a:r>
              <a:rPr lang="zh-TW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口試</a:t>
            </a:r>
          </a:p>
          <a:p>
            <a:pPr algn="ctr"/>
            <a:r>
              <a:rPr lang="zh-TW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會場</a:t>
            </a:r>
          </a:p>
          <a:p>
            <a:pPr algn="ctr"/>
            <a:r>
              <a:rPr lang="en-US" altLang="zh-TW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</a:t>
            </a:r>
            <a:r>
              <a:rPr lang="zh-TW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第一關</a:t>
            </a:r>
            <a:r>
              <a:rPr lang="en-US" altLang="zh-TW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R429</a:t>
            </a:r>
            <a:endParaRPr lang="zh-TW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50682" y="582116"/>
            <a:ext cx="1227671" cy="1644892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國企系</a:t>
            </a: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系辦</a:t>
            </a:r>
            <a:endParaRPr lang="en-US" altLang="zh-TW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+mn-ea"/>
              </a:rPr>
              <a:t>R431</a:t>
            </a:r>
            <a:endParaRPr lang="zh-TW" altLang="en-US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zh-TW" altLang="en-US" dirty="0">
              <a:solidFill>
                <a:schemeClr val="accent5">
                  <a:lumMod val="75000"/>
                </a:schemeClr>
              </a:solidFill>
              <a:latin typeface="華康楷書體 Std W3" panose="03000300000000000000" pitchFamily="66" charset="-120"/>
              <a:ea typeface="華康楷書體 Std W3" panose="03000300000000000000" pitchFamily="66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53413" y="548387"/>
            <a:ext cx="516700" cy="1720172"/>
          </a:xfrm>
          <a:prstGeom prst="rect">
            <a:avLst/>
          </a:prstGeom>
          <a:solidFill>
            <a:srgbClr val="FFC00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樓</a:t>
            </a:r>
            <a:endParaRPr lang="en-US" altLang="zh-TW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梯</a:t>
            </a:r>
            <a:endParaRPr lang="en-US" altLang="zh-TW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TW" b="1" dirty="0">
              <a:solidFill>
                <a:schemeClr val="accent5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79781" y="590756"/>
            <a:ext cx="536927" cy="1629472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電</a:t>
            </a:r>
            <a:endParaRPr lang="en-US" altLang="zh-TW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梯</a:t>
            </a:r>
            <a:endParaRPr lang="en-US" altLang="zh-TW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TW" b="1" dirty="0">
              <a:solidFill>
                <a:schemeClr val="accent5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015339" y="590756"/>
            <a:ext cx="738148" cy="1626976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+mn-ea"/>
              </a:rPr>
              <a:t>資管系</a:t>
            </a:r>
          </a:p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+mn-ea"/>
              </a:rPr>
              <a:t>系辦</a:t>
            </a:r>
            <a:endParaRPr lang="zh-TW" altLang="en-US" dirty="0">
              <a:solidFill>
                <a:schemeClr val="accent5">
                  <a:lumMod val="75000"/>
                </a:schemeClr>
              </a:solidFill>
              <a:latin typeface="華康楷書體 Std W3" panose="03000300000000000000" pitchFamily="66" charset="-120"/>
              <a:ea typeface="華康楷書體 Std W3" panose="03000300000000000000" pitchFamily="66" charset="-12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29469" y="582116"/>
            <a:ext cx="435931" cy="1644892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TW" dirty="0">
                <a:solidFill>
                  <a:schemeClr val="dk1"/>
                </a:solidFill>
                <a:latin typeface="+mj-ea"/>
                <a:ea typeface="+mj-ea"/>
              </a:rPr>
              <a:t>R</a:t>
            </a:r>
          </a:p>
          <a:p>
            <a:pPr lvl="0" algn="ctr">
              <a:defRPr/>
            </a:pPr>
            <a:r>
              <a:rPr lang="en-US" altLang="zh-TW" dirty="0">
                <a:solidFill>
                  <a:schemeClr val="dk1"/>
                </a:solidFill>
                <a:latin typeface="+mj-ea"/>
                <a:ea typeface="+mj-ea"/>
              </a:rPr>
              <a:t>4</a:t>
            </a:r>
          </a:p>
          <a:p>
            <a:pPr lvl="0" algn="ctr">
              <a:defRPr/>
            </a:pPr>
            <a:r>
              <a:rPr lang="en-US" altLang="zh-TW" dirty="0">
                <a:solidFill>
                  <a:schemeClr val="dk1"/>
                </a:solidFill>
                <a:latin typeface="+mj-ea"/>
                <a:ea typeface="+mj-ea"/>
              </a:rPr>
              <a:t>4</a:t>
            </a:r>
            <a:br>
              <a:rPr lang="en-US" altLang="zh-TW" dirty="0">
                <a:solidFill>
                  <a:schemeClr val="dk1"/>
                </a:solidFill>
                <a:latin typeface="+mj-ea"/>
                <a:ea typeface="+mj-ea"/>
              </a:rPr>
            </a:br>
            <a:r>
              <a:rPr lang="en-US" altLang="zh-TW" dirty="0">
                <a:solidFill>
                  <a:schemeClr val="dk1"/>
                </a:solidFill>
                <a:latin typeface="+mj-ea"/>
                <a:ea typeface="+mj-ea"/>
              </a:rPr>
              <a:t>1</a:t>
            </a:r>
            <a:endParaRPr lang="zh-TW" altLang="en-US" dirty="0">
              <a:solidFill>
                <a:schemeClr val="accent5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32452" y="582116"/>
            <a:ext cx="414290" cy="1635615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TW" dirty="0">
                <a:solidFill>
                  <a:schemeClr val="dk1"/>
                </a:solidFill>
                <a:latin typeface="+mj-ea"/>
              </a:rPr>
              <a:t>R</a:t>
            </a:r>
          </a:p>
          <a:p>
            <a:pPr lvl="0" algn="ctr">
              <a:defRPr/>
            </a:pPr>
            <a:r>
              <a:rPr lang="en-US" altLang="zh-TW" dirty="0">
                <a:solidFill>
                  <a:schemeClr val="dk1"/>
                </a:solidFill>
                <a:latin typeface="+mj-ea"/>
              </a:rPr>
              <a:t>4</a:t>
            </a:r>
          </a:p>
          <a:p>
            <a:pPr lvl="0" algn="ctr">
              <a:defRPr/>
            </a:pPr>
            <a:r>
              <a:rPr lang="en-US" altLang="zh-TW" dirty="0">
                <a:solidFill>
                  <a:schemeClr val="dk1"/>
                </a:solidFill>
                <a:latin typeface="+mj-ea"/>
              </a:rPr>
              <a:t>4</a:t>
            </a:r>
            <a:br>
              <a:rPr lang="en-US" altLang="zh-TW" dirty="0">
                <a:solidFill>
                  <a:schemeClr val="dk1"/>
                </a:solidFill>
                <a:latin typeface="+mj-ea"/>
              </a:rPr>
            </a:br>
            <a:r>
              <a:rPr lang="en-US" altLang="zh-TW" dirty="0">
                <a:solidFill>
                  <a:schemeClr val="dk1"/>
                </a:solidFill>
                <a:latin typeface="+mj-ea"/>
              </a:rPr>
              <a:t>3</a:t>
            </a:r>
            <a:endParaRPr lang="zh-TW" altLang="en-US" dirty="0">
              <a:solidFill>
                <a:schemeClr val="accent5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805390" y="540592"/>
            <a:ext cx="1473442" cy="1713991"/>
          </a:xfrm>
          <a:prstGeom prst="rect">
            <a:avLst/>
          </a:prstGeom>
          <a:solidFill>
            <a:schemeClr val="accent4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廁所</a:t>
            </a:r>
            <a:endParaRPr lang="en-US" altLang="zh-TW" sz="1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algn="ctr"/>
            <a:r>
              <a:rPr lang="zh-TW" altLang="en-US" sz="1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茶水間</a:t>
            </a:r>
            <a:endParaRPr lang="zh-TW" alt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algn="ctr"/>
            <a:endParaRPr lang="zh-TW" altLang="en-US" dirty="0">
              <a:solidFill>
                <a:schemeClr val="accent5">
                  <a:lumMod val="75000"/>
                </a:schemeClr>
              </a:solidFill>
              <a:latin typeface="華康楷書體 Std W3" panose="03000300000000000000" pitchFamily="66" charset="-120"/>
              <a:ea typeface="華康楷書體 Std W3" panose="03000300000000000000" pitchFamily="66" charset="-12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825318" y="2275202"/>
            <a:ext cx="1453514" cy="526288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b="1" dirty="0">
              <a:solidFill>
                <a:schemeClr val="accent5">
                  <a:lumMod val="75000"/>
                </a:schemeClr>
              </a:solidFill>
              <a:latin typeface="+mn-ea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樓梯</a:t>
            </a:r>
            <a:endParaRPr lang="en-US" altLang="zh-TW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TW" b="1" dirty="0">
              <a:solidFill>
                <a:schemeClr val="accent5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23" name="肘形接點 22"/>
          <p:cNvCxnSpPr>
            <a:cxnSpLocks/>
          </p:cNvCxnSpPr>
          <p:nvPr/>
        </p:nvCxnSpPr>
        <p:spPr>
          <a:xfrm rot="5400000">
            <a:off x="10091653" y="2883482"/>
            <a:ext cx="428409" cy="3056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9746742" y="3329554"/>
            <a:ext cx="1013419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下樓</a:t>
            </a:r>
            <a:r>
              <a:rPr lang="en-US" altLang="zh-TW" b="1" kern="1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(3F)</a:t>
            </a:r>
            <a:endParaRPr lang="zh-TW" altLang="zh-TW" kern="100" dirty="0">
              <a:solidFill>
                <a:srgbClr val="00206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137516" y="3911536"/>
            <a:ext cx="8015510" cy="255454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zh-TW" sz="4000" b="1" dirty="0">
              <a:latin typeface="華康楷書體 Std W3" panose="03000300000000000000" pitchFamily="66" charset="-120"/>
              <a:ea typeface="華康楷書體 Std W3" panose="03000300000000000000" pitchFamily="66" charset="-120"/>
            </a:endParaRPr>
          </a:p>
          <a:p>
            <a:pPr algn="ctr"/>
            <a:r>
              <a:rPr lang="en-US" altLang="zh-TW" sz="4000" b="1">
                <a:latin typeface="+mn-ea"/>
              </a:rPr>
              <a:t>115</a:t>
            </a:r>
            <a:r>
              <a:rPr lang="zh-TW" altLang="en-US" sz="4000" b="1">
                <a:latin typeface="華康楷書體 Std W3" panose="03000300000000000000" pitchFamily="66" charset="-120"/>
                <a:ea typeface="華康楷書體 Std W3" panose="03000300000000000000" pitchFamily="66" charset="-120"/>
              </a:rPr>
              <a:t>學年</a:t>
            </a:r>
            <a:r>
              <a:rPr lang="zh-TW" altLang="en-US" sz="4000" b="1" dirty="0">
                <a:latin typeface="華康楷書體 Std W3" panose="03000300000000000000" pitchFamily="66" charset="-120"/>
                <a:ea typeface="華康楷書體 Std W3" panose="03000300000000000000" pitchFamily="66" charset="-120"/>
              </a:rPr>
              <a:t>度國企系</a:t>
            </a:r>
            <a:endParaRPr lang="en-US" altLang="zh-TW" sz="4000" b="1" dirty="0">
              <a:latin typeface="華康楷書體 Std W3" panose="03000300000000000000" pitchFamily="66" charset="-120"/>
              <a:ea typeface="華康楷書體 Std W3" panose="03000300000000000000" pitchFamily="66" charset="-120"/>
            </a:endParaRPr>
          </a:p>
          <a:p>
            <a:pPr algn="ctr"/>
            <a:r>
              <a:rPr lang="zh-TW" altLang="en-US" sz="4000" b="1" dirty="0">
                <a:latin typeface="華康楷書體 Std W3" panose="03000300000000000000" pitchFamily="66" charset="-120"/>
                <a:ea typeface="華康楷書體 Std W3" panose="03000300000000000000" pitchFamily="66" charset="-120"/>
              </a:rPr>
              <a:t>大學個人申請口試教室</a:t>
            </a:r>
            <a:endParaRPr lang="en-US" altLang="zh-TW" sz="4000" b="1" dirty="0">
              <a:latin typeface="華康楷書體 Std W3" panose="03000300000000000000" pitchFamily="66" charset="-120"/>
              <a:ea typeface="華康楷書體 Std W3" panose="03000300000000000000" pitchFamily="66" charset="-120"/>
            </a:endParaRPr>
          </a:p>
          <a:p>
            <a:pPr algn="ctr"/>
            <a:endParaRPr lang="zh-TW" altLang="en-US" sz="4000" b="1" dirty="0">
              <a:latin typeface="華康楷書體 Std W3" panose="03000300000000000000" pitchFamily="66" charset="-120"/>
              <a:ea typeface="華康楷書體 Std W3" panose="03000300000000000000" pitchFamily="66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086607" y="35101"/>
            <a:ext cx="1802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+mn-ea"/>
              </a:rPr>
              <a:t>管理學院 </a:t>
            </a:r>
            <a:r>
              <a:rPr lang="en-US" altLang="zh-TW" sz="2400" b="1" dirty="0">
                <a:latin typeface="+mn-ea"/>
              </a:rPr>
              <a:t>4F</a:t>
            </a:r>
            <a:endParaRPr lang="zh-TW" altLang="en-US" sz="2400" b="1" dirty="0">
              <a:latin typeface="+mn-ea"/>
            </a:endParaRPr>
          </a:p>
        </p:txBody>
      </p:sp>
      <p:sp>
        <p:nvSpPr>
          <p:cNvPr id="29" name="向右箭號 28"/>
          <p:cNvSpPr/>
          <p:nvPr/>
        </p:nvSpPr>
        <p:spPr>
          <a:xfrm>
            <a:off x="2741792" y="2264316"/>
            <a:ext cx="648730" cy="414894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601393" y="1746364"/>
            <a:ext cx="923760" cy="3233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單箭頭接點 40"/>
          <p:cNvCxnSpPr/>
          <p:nvPr/>
        </p:nvCxnSpPr>
        <p:spPr>
          <a:xfrm flipH="1">
            <a:off x="7719754" y="2333415"/>
            <a:ext cx="2411" cy="643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5064436" y="596935"/>
            <a:ext cx="1242188" cy="1636044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國企系</a:t>
            </a:r>
          </a:p>
          <a:p>
            <a:pPr algn="ctr"/>
            <a:r>
              <a:rPr lang="zh-TW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口試</a:t>
            </a:r>
          </a:p>
          <a:p>
            <a:pPr algn="ctr"/>
            <a:r>
              <a:rPr lang="zh-TW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會場</a:t>
            </a:r>
          </a:p>
          <a:p>
            <a:pPr algn="ctr"/>
            <a:r>
              <a:rPr lang="en-US" altLang="zh-TW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</a:t>
            </a:r>
            <a:r>
              <a:rPr lang="zh-TW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第二關</a:t>
            </a:r>
            <a:r>
              <a:rPr lang="en-US" altLang="zh-TW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R432</a:t>
            </a:r>
            <a:endParaRPr lang="zh-TW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8" name="向右箭號 37"/>
          <p:cNvSpPr/>
          <p:nvPr/>
        </p:nvSpPr>
        <p:spPr>
          <a:xfrm>
            <a:off x="5351548" y="2250148"/>
            <a:ext cx="656431" cy="404913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04560" y="540592"/>
            <a:ext cx="451123" cy="1722495"/>
          </a:xfrm>
          <a:prstGeom prst="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+mn-ea"/>
              </a:rPr>
              <a:t>廁所</a:t>
            </a:r>
            <a:endParaRPr lang="en-US" altLang="zh-TW" sz="1600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TW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  <a:latin typeface="+mn-ea"/>
              </a:rPr>
              <a:t>茶水間</a:t>
            </a:r>
            <a:endParaRPr lang="en-US" altLang="zh-TW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55683" y="540592"/>
            <a:ext cx="1372597" cy="1720895"/>
          </a:xfrm>
          <a:prstGeom prst="rect">
            <a:avLst/>
          </a:prstGeom>
          <a:solidFill>
            <a:schemeClr val="accent4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口試</a:t>
            </a:r>
            <a:endParaRPr lang="en-US" altLang="zh-TW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algn="ctr"/>
            <a:r>
              <a:rPr lang="zh-TW" altLang="en-US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報到</a:t>
            </a:r>
            <a:r>
              <a:rPr lang="zh-TW" altLang="en-US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華康楷書體 Std W3" panose="03000300000000000000" pitchFamily="66" charset="-120"/>
              </a:rPr>
              <a:t>室</a:t>
            </a:r>
            <a:endParaRPr lang="en-US" altLang="zh-TW" sz="1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華康楷書體 Std W3" panose="03000300000000000000" pitchFamily="66" charset="-120"/>
            </a:endParaRPr>
          </a:p>
          <a:p>
            <a:pPr algn="ctr"/>
            <a:r>
              <a:rPr lang="en-US" altLang="zh-TW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華康楷書體 Std W3" panose="03000300000000000000" pitchFamily="66" charset="-120"/>
              </a:rPr>
              <a:t>R427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華康楷書體 Std W3" panose="03000300000000000000" pitchFamily="66" charset="-120"/>
              <a:ea typeface="華康楷書體 Std W3" panose="03000300000000000000" pitchFamily="66" charset="-120"/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1293037" y="1531373"/>
            <a:ext cx="897854" cy="2924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/>
          <p:cNvSpPr/>
          <p:nvPr/>
        </p:nvSpPr>
        <p:spPr>
          <a:xfrm>
            <a:off x="5217884" y="1778377"/>
            <a:ext cx="923760" cy="2975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/>
          <p:cNvSpPr/>
          <p:nvPr/>
        </p:nvSpPr>
        <p:spPr>
          <a:xfrm>
            <a:off x="6541134" y="2432158"/>
            <a:ext cx="1013419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下樓</a:t>
            </a:r>
            <a:r>
              <a:rPr lang="en-US" altLang="zh-TW" b="1" kern="100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(3F)</a:t>
            </a:r>
            <a:endParaRPr lang="zh-TW" altLang="zh-TW" kern="100" dirty="0">
              <a:solidFill>
                <a:srgbClr val="00206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013071" y="2663536"/>
            <a:ext cx="1584390" cy="1173965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國企系</a:t>
            </a:r>
          </a:p>
          <a:p>
            <a:pPr algn="ctr"/>
            <a:r>
              <a:rPr lang="zh-TW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休息室</a:t>
            </a:r>
            <a:endParaRPr lang="en-US" altLang="zh-TW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algn="ctr"/>
            <a:r>
              <a:rPr lang="zh-TW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問卷填寫室</a:t>
            </a:r>
            <a:endParaRPr lang="en-US" altLang="zh-TW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algn="ctr"/>
            <a:r>
              <a:rPr lang="en-US" altLang="zh-TW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R331</a:t>
            </a:r>
            <a:endParaRPr lang="zh-TW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8367589" y="3485060"/>
            <a:ext cx="923760" cy="2975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向右箭號 51"/>
          <p:cNvSpPr/>
          <p:nvPr/>
        </p:nvSpPr>
        <p:spPr>
          <a:xfrm>
            <a:off x="1417616" y="2261487"/>
            <a:ext cx="648730" cy="414894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向右箭號 37">
            <a:extLst>
              <a:ext uri="{FF2B5EF4-FFF2-40B4-BE49-F238E27FC236}">
                <a16:creationId xmlns:a16="http://schemas.microsoft.com/office/drawing/2014/main" id="{B1F29B50-F479-40A7-AE1E-0122792ADF55}"/>
              </a:ext>
            </a:extLst>
          </p:cNvPr>
          <p:cNvSpPr/>
          <p:nvPr/>
        </p:nvSpPr>
        <p:spPr>
          <a:xfrm>
            <a:off x="7236145" y="3080147"/>
            <a:ext cx="656431" cy="404913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581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91</Words>
  <Application>Microsoft Office PowerPoint</Application>
  <PresentationFormat>寬螢幕</PresentationFormat>
  <Paragraphs>52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華康楷書體 Std W3</vt:lpstr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吳文菁</dc:creator>
  <cp:lastModifiedBy>林依蔚</cp:lastModifiedBy>
  <cp:revision>67</cp:revision>
  <cp:lastPrinted>2022-05-17T01:23:01Z</cp:lastPrinted>
  <dcterms:created xsi:type="dcterms:W3CDTF">2018-11-27T03:29:27Z</dcterms:created>
  <dcterms:modified xsi:type="dcterms:W3CDTF">2026-03-13T07:34:48Z</dcterms:modified>
</cp:coreProperties>
</file>